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1:1 stableswap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B6A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USD/BRL</c:v>
                  </c:pt>
                  <c:pt idx="1">
                    <c:v>USD/ZAR</c:v>
                  </c:pt>
                  <c:pt idx="2">
                    <c:v>USD/PHP</c:v>
                  </c:pt>
                  <c:pt idx="3">
                    <c:v>USD/INR</c:v>
                  </c:pt>
                  <c:pt idx="4">
                    <c:v>USD/TRY</c:v>
                  </c:pt>
                  <c:pt idx="5">
                    <c:v>EUR/USD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-33.36</c:v>
                </c:pt>
                <c:pt idx="1">
                  <c:v>-35.05</c:v>
                </c:pt>
                <c:pt idx="2">
                  <c:v>-35.68</c:v>
                </c:pt>
                <c:pt idx="3">
                  <c:v>-33.01</c:v>
                </c:pt>
                <c:pt idx="4">
                  <c:v>-39.04</c:v>
                </c:pt>
                <c:pt idx="5">
                  <c:v>-4.83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Rate-anchored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B6A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USD/BRL</c:v>
                  </c:pt>
                  <c:pt idx="1">
                    <c:v>USD/ZAR</c:v>
                  </c:pt>
                  <c:pt idx="2">
                    <c:v>USD/PHP</c:v>
                  </c:pt>
                  <c:pt idx="3">
                    <c:v>USD/INR</c:v>
                  </c:pt>
                  <c:pt idx="4">
                    <c:v>USD/TRY</c:v>
                  </c:pt>
                  <c:pt idx="5">
                    <c:v>EUR/USD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0.31</c:v>
                </c:pt>
                <c:pt idx="1">
                  <c:v>0.4</c:v>
                </c:pt>
                <c:pt idx="2">
                  <c:v>-0.29</c:v>
                </c:pt>
                <c:pt idx="3">
                  <c:v>-0.32</c:v>
                </c:pt>
                <c:pt idx="4">
                  <c:v>-1.2</c:v>
                </c:pt>
                <c:pt idx="5">
                  <c:v>-0.17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6B6A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A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A6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RIALTO · CIRCLE DEVELOPER GRANTS · COHORT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 foreign invoice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transaction.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settlement on Arc at the FX rate that actually exists — built on the price oracle Arc launches without.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rialto-arc.netlify.app  ·  github.com/let-the-dreamers-rise/rialto  ·  live on Arc testnet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supplier bills you €5,000. You hold dollars.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40–60bp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payments provider, one to three days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200–300bp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bank, with nothing linking it to the invoice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60020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76479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688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oracles deployed on Arc, three days before mainnet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has announced partner stablecoins in BRL, MXN, PHP, ZAR, JPY, KRW, CAD and AUD — none trading near 1.00. </a:t>
            </a:r>
            <a:pPr indent="0" marL="0">
              <a:buNone/>
            </a:pPr>
            <a:r>
              <a:rPr lang="en-US" sz="14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venue design on Arc is a stableswap that is cheapest at exactly 1.00, because a pool cannot centre on a rate the chain cannot read.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· 259 REAL ECB OBSERVATIONS · SIX CORRIDORS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pool with no oracle loses in a year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0876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return, per year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pools identical in every respect except where their liquidity sits. Same invariant, amplification, fee and trades.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the LP's capital, handed to arbitrageurs.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Reproducible: npm run corridors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contracts, deployed and source-verified on Arc testnet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RialtoOracle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4630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 FX feed. Publishers sign EIP-712 attestations; the caller names its own staleness bound; a circuit breaker caps any print at 10% fresh, 25% ever.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RialtoPool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12140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Stableswap on rate-scaled balances — the cheap part of the curve sits on the real rate and moves with it. 25bp, half to LPs, half to the protocol, in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29184" cy="32918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RialtoSettlement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779776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Exact-output invoice settlement: denominated in what the payee receives, paid to a third party, reference and rate emitted on-chain.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93008"/>
            <a:ext cx="329184" cy="32918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RialtoRouter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438144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exact-output: N corridors give N(N−1)/2 pairs.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329184" cy="32918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RialtoForward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09651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Collateralised, cash-settled rate locks for invoices with terms.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· EVERY HASH OPENS ON ARCSCAN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Arc testnet.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diagram.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1.00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by the payee, exactly as billed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27bp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all-in: 25bp fee + 2bp slippage on a EUR 20 book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3.00 USDC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a settled EUR 1,000 forward — exactly the rate move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0.001253 EURC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revenue from that invoice, on-chain in protocolFees1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 updating every 10 minutes unattended · six contracts verified · payer, payee and LP three separate addresses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· ENFORCED IN CODE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makes money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25bp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 — half of Wise, an order of magnitude under a bank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0128" y="1463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12.5bp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settled goes to the protocol; the split is capped at half by the contract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627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12.53bp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testnet invoice actually paid — read off the pool, not projected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settled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protocol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$1M  (≈200 invoices of $5,000)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~$489,000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~$4,890,000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new: an invoice settled here is a wire that would otherwise have gone through correspondent banking.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· SAID PLAINLY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part of the payment this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 — not us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402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Mint, an exchange, or a USDC balance the business already holds.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0B0B0B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FX leg — this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22402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to the exact euro amount billed, at the real rate, 25bp, one transaction, invoice reference on-chain. Nothing on Arc could do this.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4F3EF"/>
          </a:solidFill>
          <a:ln w="9525">
            <a:solidFill>
              <a:srgbClr val="E6E5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6208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out — not us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2402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payee holds EURC, or cashes to a local account through a partner — several are Circle grantees.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KYC, no fiat ramps, no local payout, no licence to hold client money. Circle already funds that network; what it cannot do today is convert at a rate the chain can verify.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mainnet: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September 2026.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3C2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that date there is still no price oracle on Arc. The first partner-stablecoin pool that tries to quote will centre on 1.00 — because that is the only number available to it. This is a day-one problem, not a someday problem.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arc.network/blog/arc-mainnet-goes-live-on-september-16-2026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 · NO RELATIONSHIPS · A PLAN THAT DOES NOT NEED THEM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without a network — concretely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996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FX teams on Arc need the oracle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ViFi and Lunex run pools that cannot read a price. Offer the feed publicly; ask Circle for the intro. Weeks 1–4.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996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99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Circle's payment grantees are the integrators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Hurupay, Blockradar, Payrit move USDC for customers paid in a second currency. A one-page settlement offer + live sandbox. Weeks 2–8.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474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ecosystem directory; the "Arc has no oracle" measurement as a technical post with the harness attached. Weeks 0–2.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99816"/>
            <a:ext cx="310896" cy="31089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when the INR stablecoin ships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474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recipient of cross-border service payments; USD/INR already simulated at −33%/yr for 1:1 pools.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customers of an FX primitive are protocols and payment apps — reached through an address and an ABI, which one person can produce and has.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— $100,000 USDC over 24 weeks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657600"/>
                <a:gridCol w="2788920"/>
                <a:gridCol w="45720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6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+ USDC/EURC on Arc mainnet in launch week; 2-of-3 publishers on an intraday source; settlement front 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mainnet addresses; 14 days publishing; 100 settled invoices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corridor per shipped partner stablecoin — BRL, MXN, PHP, ZAR first; CCTP v2 / Gateway; settlement API +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 corridors; $500k settled; ≥3 external publishers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as public infrastructure: independent publishers, any pair on request, integration guide, security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 external protocols reading it; ≥8 pairs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Depth: LP programme, payment-app routing, Circle Wallets, published corridor economics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$5M settled; ≥25 paying businesses; ≥2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alone is a coherent deliverable. Milestone 3 is the one worth arguing for: every lending market, perp and prediction market on Arc needs a feed, and none exists.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ASHWIN GOYAL · INDIVIDUAL · INDIA · STUDENT · FULL-TIME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build systems a stranger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re-derive. Then I attack them.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88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Germline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72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AI-configuration tuning, live on 0G mainnet — every step recorded on-chain.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2788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BIP 360 conformance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31729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implementation vs the official reference: 13 vectors, 2,000 random trees, two real gaps found in the reference.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USDC/CCTP · Circle Wallets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87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shipped: proofflow (USDC, CCTP, Arcium MPC, live) and an agent on Circle Developer Controlled Wallets.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Rialto, nine days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087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verified contracts, 71 tests, a 259-day backtest, an adversarial review, a settled invoice and forward, a demo video.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8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github.com/let-the-dreamers-rise · 123 repositories · 901 contributions in the last year · rialto-arc.netlify.app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Rialto — Circle Developer Grants Cohort 2</dc:title>
  <dc:subject>PptxGenJS Presentation</dc:subject>
  <dc:creator>Ashwin Goyal</dc:creator>
  <cp:lastModifiedBy>Ashwin Goyal</cp:lastModifiedBy>
  <cp:revision>1</cp:revision>
  <dcterms:created xsi:type="dcterms:W3CDTF">2026-09-14T22:22:32Z</dcterms:created>
  <dcterms:modified xsi:type="dcterms:W3CDTF">2026-09-14T22:22:32Z</dcterms:modified>
</cp:coreProperties>
</file>